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0" y="731520"/>
            <a:ext cx="4114800" cy="4114800"/>
          </a:xfrm>
          <a:prstGeom prst="rect">
            <a:avLst/>
          </a:prstGeom>
          <a:solidFill>
            <a:srgbClr val="D0C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000000"/>
                </a:solidFill>
                <a:latin typeface="Garamond"/>
              </a:rPr>
              <a:t>INITIAL ACCESS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noFill/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Garamond"/>
              </a:rPr>
              <a:t>TWO-PASS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Pass 1 — Zeek Fast Scan (no PCAP needed)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Parses zeek.rdp log for brute-force count &amp; session bytes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Populates InitialAccessFindings used by needs_pcap_drilldown()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Runs across all 9 days — cheap and fast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600"/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Pass 2 — LLM ReAct Loop (tshark)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Triggered only on days flagged by Pass 1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ForensicAgent drives up to MAX_AGENT_STEPS = 30 tshark calls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Uses Azure OpenAI function-calling (not LangGraph tools)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Produces full Markdown forensic report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600"/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Rationale: Pass 1 filters 9 days to 1–2 suspect days;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Pass 2 only runs where evidence exists — minimises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1005840"/>
            <a:ext cx="6336792" cy="5394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94960" y="1005840"/>
            <a:ext cx="6336792" cy="2560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033272"/>
            <a:ext cx="6153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BA6F7"/>
                </a:solidFill>
                <a:latin typeface="Consolas"/>
              </a:rPr>
              <a:t>initial_access_agent.py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4688" y="1307592"/>
            <a:ext cx="6117336" cy="5047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Consolas"/>
              </a:rPr>
              <a:t># initial_access_agent.py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MAX_AGENT_STEPS =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MAX_OUTPUT_CHARS = 15_000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Consolas"/>
              </a:rPr>
              <a:t># Pass 1: deterministic Zeek scan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def _zeek_rdp_scan(zeek_files) -&gt; dict: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rdp_log = zeek_files.get('zeek.rdp.ndjson')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brute_force_count = 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successful_bytes  = 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for rec in _iter_ndjson(rdp_log):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dur = rec.get('duration', 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if dur &gt; 30:  # successful session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    successful_bytes += rec.get('bytes', 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else: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    brute_force_count +=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return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'brute_force_count': brute_force_count,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'successful_session_bytes': successful_bytes,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Consolas"/>
              </a:rPr>
              <a:t># Pass 2: LLM ReAct loop (only on flagged days)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def run(self) -&gt; str: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self._run_seed_queries()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for step in range(MAX_AGENT_STEPS):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response = self._call_llm()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if response.tool_calls: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    self._dispatch_tool(response.tool_calls[0])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else: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    break  # submit_report called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noFill/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Garamond"/>
              </a:rPr>
              <a:t>SYSTEM PROMPT — REASONING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Brute-force source IPs are NOT the successful attacker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The actual login may come from a different IP using stolen creds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600"/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Session size is the key discriminator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Failed RDP = 2–5 KB, ~20 frames, &lt; 10 seconds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Successful RDP = 50–500+ KB, hundreds of frames, minutes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600"/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Sort TCP conversations by bytes — the successful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session is a visible outlier among hundreds of failures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600"/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Check for pre-existing compromise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C2 beacons / RMM tool DNS queries active from capture start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Means the network was breached before this capture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1005840"/>
            <a:ext cx="6336792" cy="5394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94960" y="1005840"/>
            <a:ext cx="6336792" cy="2560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033272"/>
            <a:ext cx="6153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BA6F7"/>
                </a:solidFill>
                <a:latin typeface="Consolas"/>
              </a:rPr>
              <a:t>SYSTEM_PROMPT (initial_access_agent.py)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4688" y="1307592"/>
            <a:ext cx="6117336" cy="5047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SYSTEM_PROMPT = """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You are an expert network forensic analyst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specialising in initial access vector identification.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CRITICAL ANALYSIS PRINCIPLES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* The IPs performing brute-force are NOT necessarily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the ones that succeeded. The actual attacker may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be a DIFFERENT IP using stolen credentials.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* A successful session is DRAMATICALLY larger than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a failed login attempt: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Failed RDP  = 2-5 KB, ~20 frames, &lt;10 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Success RDP = 50-500+ KB, hundreds of frames,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        minutes of duration.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* Examine TCP conversations sorted by total bytes —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the successful login is a visible outlier.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* Always check if C2 infrastructure was already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active at capture start — if so, the network was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compromised BEFORE this capture period.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"""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noFill/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Garamond"/>
              </a:rPr>
              <a:t>SEED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Auto-executed before the ReAct loop starts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Ensures the LLM cannot miss critical upfront evidence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600"/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1. PCAP Overview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pcap_overview — capture metadata: time range, packet count, size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600"/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2. RDP Brute-Force Sources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group_count: SYNs to port 3389 grouped by source IP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Identifies all brute-force participants (top 25)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600"/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3. TCP Conversations on Port 3389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tcp_conversations sorted by bytes (top 50)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Successful session is the visible byte-count outlier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600"/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4. C2 / RMM Tool DNS at Capture Start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packet_query: dns.qry.name contains rmm / tactical / mesh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Detects pre-existing C2 beacons from first packets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1005840"/>
            <a:ext cx="6336792" cy="5394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94960" y="1005840"/>
            <a:ext cx="6336792" cy="2560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033272"/>
            <a:ext cx="6153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BA6F7"/>
                </a:solidFill>
                <a:latin typeface="Consolas"/>
              </a:rPr>
              <a:t>SEED_QUERIES (initial_access_agent.py)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4688" y="1307592"/>
            <a:ext cx="6117336" cy="5047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SEED_QUERIES =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'label': 'PCAP Overview',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'tool':  'pcap_overview',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'args':  {},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'label': 'RDP Brute-Force Sources',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'tool':  'group_count',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'args':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'display_filter':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'tcp.dstport==3389 &amp;&amp;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 tcp.flags.syn==1 &amp;&amp;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 tcp.flags.ack==0',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'group_by_field': 'ip.src',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'top_n': 25,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'label': 'TCP Conversations port 3389',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'tool':  'tcp_conversations',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'args':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'display_filter': 'tcp.port == 3389',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'top_n': 50,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'label': 'C2/RMM DNS at capture start',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'tool':  'packet_query',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'args':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'display_filter':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'dns.qry.name contains "rmm" 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 dns.qry.name contains "tactical"',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'fields': ['frame.time','ip.src',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         'dns.qry.name'],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'max_packets': 50,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noFill/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Garamond"/>
              </a:rPr>
              <a:t>OUTPUT SCHEMA — InitialAccessFindings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Structured dataclass written into PipelineState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Consumed by Lateral Movement, Payload agents &amp; report writer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600"/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Key fields: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patient_zero — first compromised host IP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attack_vector — e.g. 'RDP brute-force'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attacker_ip — IP that made the successful login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exposed_service — e.g. 'RDP/3389'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brute_force_count — number of failed attempts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successful_session_bytes — size of the winning session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session_start / session_end — ISO-8601 timestamps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pre_existing_compromise — bool (C2 already active?)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iocs — List[IOC] with type, value &amp; confidence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600"/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Fields also feed needs_pcap_drilldown() thresholds: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successful_session_bytes &gt; 10,000 → flag for PCAP drill-down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brute_force_count &gt; 1,000 → flag for PCAP drill-down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1005840"/>
            <a:ext cx="6336792" cy="5394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94960" y="1005840"/>
            <a:ext cx="6336792" cy="2560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033272"/>
            <a:ext cx="6153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BA6F7"/>
                </a:solidFill>
                <a:latin typeface="Consolas"/>
              </a:rPr>
              <a:t>shared/data_contract.py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4688" y="1307592"/>
            <a:ext cx="6117336" cy="5047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@dataclass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class InitialAccessFindings: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summary: str = ''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patient_zero:    Optional[str] = None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attack_vector:   Optional[str] = None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attacker_ip:     Optional[str] = None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attacker_port:   Optional[int] = None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exposed_service: Optional[str] = None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brute_force_count:        Optional[int] = None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successful_session_bytes: Optional[int] = None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session_start: Optional[str] = None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session_end:   Optional[str] = None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pre_existing_compromise: bool =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iocs: List[IOC] = field(default_factory=list)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report_markdown: str = ''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raw: dict[str, Any] = field(default_factory=dict)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@dataclass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class IOC: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ioc_type:     str  # ip|domain|hash|port|file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value:        str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source_agent: str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confidence:   str  # high|medium|low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notes:        str = ''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noFill/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  <a:latin typeface="Garamond"/>
              </a:rPr>
              <a:t>ADAPTER — MARKDOWN TO STRUCTURED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ForensicAgent outputs free-form Markdown — not JSON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initial_access_adapter.py bridges this to PipelineState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600"/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11111"/>
                </a:solidFill>
                <a:latin typeface="Calibri"/>
              </a:rPr>
              <a:t>_parse_report() extracts fields via regex: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Patient Zero — matches 'Patient Zero: &lt;IP&gt;'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Attacker IP — 'successful login from &lt;IP&gt;'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Exposed port — 'port &lt;number&gt;'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Brute-force count — '&lt;N&gt; SYN / failed'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Session bytes — first '&lt;N&gt; bytes' mention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Pre-existing C2 — keywords: 'c2 beacon', 'return visit'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IOCs — all IPs found in the IOC section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600"/>
              <a:t/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Why regex instead of structured output?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ForensicAgent uses raw Azure OpenAI SDK (not LangChain)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submit_report accepts free Markdown — simpler prompt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Regex post-processing is more robust than forcing JSON mid-loop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1005840"/>
            <a:ext cx="6336792" cy="5394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94960" y="1005840"/>
            <a:ext cx="6336792" cy="2560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033272"/>
            <a:ext cx="6153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BA6F7"/>
                </a:solidFill>
                <a:latin typeface="Consolas"/>
              </a:rPr>
              <a:t>agents/initial_access_adapter.py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4688" y="1307592"/>
            <a:ext cx="6117336" cy="5047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Consolas"/>
              </a:rPr>
              <a:t># agents/initial_access_adapter.py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def _parse_report(report: str) -&gt; InitialAccessFindings: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findings = InitialAccessFindings(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report_markdown=report,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raw={'full_report': report},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Consolas"/>
              </a:rPr>
              <a:t>    # Patient Zero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pz = re.search(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r'patient zero[^\n]*?[:\-]\s*([0-9.]+)',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report, re.I)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if pz: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findings.patient_zero = pz.group(1).strip()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Consolas"/>
              </a:rPr>
              <a:t>    # Attacker IP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for pat in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r'attacker ip[^\n]*?[:\-]\s*([0-9.]+)',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r'successful (?:login|session) from\s+([0-9.]+)',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]: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m = re.search(pat, report, re.I)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if 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    findings.attacker_ip = m.group(1).strip()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    break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6C7086"/>
                </a:solidFill>
                <a:latin typeface="Consolas"/>
              </a:rPr>
              <a:t>    # Pre-existing compromise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if re.search(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r'pre.existing|c2 beacon|return visit',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report, re.I):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    findings.pre_existing_compromise =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DD6F4"/>
                </a:solidFill>
                <a:latin typeface="Consolas"/>
              </a:rPr>
              <a:t>    return findings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